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Frui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b="1">
                <a:solidFill>
                  <a:srgbClr val="1F4E79"/>
                </a:solidFill>
              </a:rPr>
              <a:t>Edited Cover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</p:spTree>
    <p:extLst>
      <p:ext uri="{BB962C8B-B14F-4D97-AF65-F5344CB8AC3E}">
        <p14:creationId val="2907663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Quarterly Fruit Sales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2137360367"/>
              </p:ext>
            </p:extLst>
          </p:nvPr>
        </p:nvGraphicFramePr>
        <p:xfrm>
          <a:off x="1904104" y="2097739"/>
          <a:ext cx="7680960" cy="3065931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877748">
                  <a:extLst>
                    <a:ext uri="{9D8B030D-6E8A-4147-A177-3AD203B41FA5}">
                      <a16:colId val="2012776002"/>
                    </a:ext>
                  </a:extLst>
                </a:gridCol>
                <a:gridCol w="2598091">
                  <a:extLst>
                    <a:ext uri="{9D8B030D-6E8A-4147-A177-3AD203B41FA5}">
                      <a16:colId val="3513057372"/>
                    </a:ext>
                  </a:extLst>
                </a:gridCol>
                <a:gridCol w="3205121">
                  <a:extLst>
                    <a:ext uri="{9D8B030D-6E8A-4147-A177-3AD203B41FA5}">
                      <a16:colId val="2585584210"/>
                    </a:ext>
                  </a:extLst>
                </a:gridCol>
              </a:tblGrid>
              <a:tr h="8759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Fruit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Quantity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Price per Unit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val="1262937303"/>
                  </a:ext>
                </a:extLst>
              </a:tr>
              <a:tr h="437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Apples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$0.50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val="291989581"/>
                  </a:ext>
                </a:extLst>
              </a:tr>
              <a:tr h="437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Mangoes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$1.00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val="3371196447"/>
                  </a:ext>
                </a:extLst>
              </a:tr>
              <a:tr h="437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Oranges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$0.75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val="2740419619"/>
                  </a:ext>
                </a:extLst>
              </a:tr>
              <a:tr h="437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Melons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$1.50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val="541278339"/>
                  </a:ext>
                </a:extLst>
              </a:tr>
              <a:tr h="437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Bananas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$0.30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val="148992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262398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Chart Q3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348" y="2000727"/>
            <a:ext cx="7756264" cy="3735952"/>
          </a:xfrm>
          <a:prstGeom prst="rect">
            <a:avLst/>
          </a:prstGeom>
        </p:spPr>
      </p:pic>
    </p:spTree>
    <p:extLst>
      <p:ext uri="{BB962C8B-B14F-4D97-AF65-F5344CB8AC3E}">
        <p14:creationId val="377626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</a:t>
            </a:r>
          </a:p>
          <a:p>
            <a:r>
              <a:rPr lang="en-US" dirty="0"/>
              <a:t>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qui </a:t>
            </a:r>
            <a:r>
              <a:rPr lang="en-US" dirty="0" err="1"/>
              <a:t>ratione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porro</a:t>
            </a:r>
            <a:r>
              <a:rPr lang="en-US" dirty="0"/>
              <a:t>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</a:t>
            </a:r>
          </a:p>
          <a:p>
            <a:r>
              <a:rPr lang="en-US" dirty="0"/>
              <a:t>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</a:t>
            </a:r>
            <a:r>
              <a:rPr lang="en-US" dirty="0" err="1"/>
              <a:t>eius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minima </a:t>
            </a:r>
            <a:r>
              <a:rPr lang="en-US" dirty="0" err="1"/>
              <a:t>veniam</a:t>
            </a:r>
            <a:r>
              <a:rPr lang="en-US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16305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Visit the </a:t>
            </a:r>
            <a:r>
              <a:rPr lang="en-US" dirty="0">
                <a:hlinkClick r:id="rId2"/>
              </a:rPr>
              <a:t>Fruit Wiki Page</a:t>
            </a:r>
            <a:endParaRPr lang="en-US" dirty="0"/>
          </a:p>
          <a:p>
            <a:r>
              <a:rPr lang="en-US" dirty="0"/>
              <a:t>Visit the </a:t>
            </a:r>
            <a:r>
              <a:rPr lang="en-US" dirty="0">
                <a:hlinkClick r:id="rId2"/>
              </a:rPr>
              <a:t>Fruit Wiki Page</a:t>
            </a:r>
            <a:endParaRPr lang="en-US" dirty="0"/>
          </a:p>
          <a:p>
            <a:r>
              <a:rPr lang="en-US" dirty="0"/>
              <a:t>Visit the </a:t>
            </a:r>
            <a:r>
              <a:rPr lang="en-US" dirty="0">
                <a:hlinkClick r:id="rId2"/>
              </a:rPr>
              <a:t>Fruit Wiki Page</a:t>
            </a:r>
            <a:endParaRPr lang="en-US" dirty="0"/>
          </a:p>
          <a:p>
            <a:r>
              <a:rPr lang="en-US" dirty="0"/>
              <a:t>Visit the </a:t>
            </a:r>
            <a:r>
              <a:rPr lang="en-US" dirty="0">
                <a:hlinkClick r:id="rId2"/>
              </a:rPr>
              <a:t>Fruit Wiki Page</a:t>
            </a:r>
            <a:endParaRPr lang="en-US" dirty="0"/>
          </a:p>
        </p:txBody>
      </p:sp>
    </p:spTree>
    <p:extLst>
      <p:ext uri="{BB962C8B-B14F-4D97-AF65-F5344CB8AC3E}">
        <p14:creationId val="249449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Imagery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73" r="1873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This slide contains images.</a:t>
            </a:r>
          </a:p>
        </p:txBody>
      </p:sp>
    </p:spTree>
    <p:extLst>
      <p:ext uri="{BB962C8B-B14F-4D97-AF65-F5344CB8AC3E}">
        <p14:creationId val="9001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i="1"/>
            </a:pPr>
            <a:r>
              <a:rPr lang="en-US" dirty="0"/>
              <a:t>Closing Notes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"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qui </a:t>
            </a:r>
            <a:r>
              <a:rPr lang="en-US" dirty="0" err="1"/>
              <a:t>ratione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porro</a:t>
            </a:r>
            <a:r>
              <a:rPr lang="en-US" dirty="0"/>
              <a:t>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</a:t>
            </a:r>
            <a:r>
              <a:rPr lang="en-US" dirty="0" err="1"/>
              <a:t>eius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minima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nostrum </a:t>
            </a:r>
            <a:r>
              <a:rPr lang="en-US" dirty="0" err="1"/>
              <a:t>exercitationem</a:t>
            </a:r>
            <a:r>
              <a:rPr lang="en-US" dirty="0"/>
              <a:t> </a:t>
            </a:r>
            <a:r>
              <a:rPr lang="en-US" dirty="0" err="1"/>
              <a:t>ullam</a:t>
            </a:r>
            <a:r>
              <a:rPr lang="en-US" dirty="0"/>
              <a:t> </a:t>
            </a:r>
            <a:r>
              <a:rPr lang="en-US" dirty="0" err="1"/>
              <a:t>corporis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laboriosam</a:t>
            </a:r>
            <a:r>
              <a:rPr lang="en-US" dirty="0"/>
              <a:t>,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aliquid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commodi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?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iure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qui in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quam nihil </a:t>
            </a:r>
            <a:r>
              <a:rPr lang="en-US" dirty="0" err="1"/>
              <a:t>molestiae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illum</a:t>
            </a:r>
            <a:r>
              <a:rPr lang="en-US" dirty="0"/>
              <a:t> qui </a:t>
            </a:r>
            <a:r>
              <a:rPr lang="en-US" dirty="0" err="1"/>
              <a:t>dolorem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quo </a:t>
            </a:r>
            <a:r>
              <a:rPr lang="en-US" dirty="0" err="1"/>
              <a:t>voluptas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?"</a:t>
            </a:r>
          </a:p>
        </p:txBody>
      </p:sp>
    </p:spTree>
    <p:extLst>
      <p:ext uri="{BB962C8B-B14F-4D97-AF65-F5344CB8AC3E}">
        <p14:creationId val="378768309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21</TotalTime>
  <Words>352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Gallery</vt:lpstr>
      <vt:lpstr>dummy text</vt:lpstr>
      <vt:lpstr>Fruit Data</vt:lpstr>
      <vt:lpstr>Fruit Chart</vt:lpstr>
      <vt:lpstr>Lorem Ipsum</vt:lpstr>
      <vt:lpstr>Link Section</vt:lpstr>
      <vt:lpstr>Image Section</vt:lpstr>
      <vt:lpstr>Text Section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dummy text</dc:title>
  <dc:creator>Family</dc:creator>
  <cp:lastModifiedBy>Family</cp:lastModifiedBy>
  <cp:revision>3</cp:revision>
  <dcterms:created xsi:type="dcterms:W3CDTF">2025-03-17T15:54:12Z</dcterms:created>
  <dcterms:modified xsi:type="dcterms:W3CDTF">2025-03-17T16:15:24Z</dcterms:modified>
</cp:coreProperties>
</file>
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9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15" autoAdjust="0"/>
    <p:restoredTop sz="94660"/>
  </p:normalViewPr>
  <p:slideViewPr>
    <p:cSldViewPr snapToGrid="0">
      <p:cViewPr varScale="1">
        <p:scale>
          <a:sx n="89" d="100"/>
          <a:sy n="89" d="100"/>
        </p:scale>
        <p:origin x="120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3/17/2025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3/17/2025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3/17/2025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3/17/2025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3/17/2025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3/17/2025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3/17/2025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3/17/2025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48A87A34-81AB-432B-8DAE-1953F412C126}" type="datetimeFigureOut">
              <a:rPr lang="en-US" dirty="0"/>
              <a:pPr/>
              <a:t>3/17/2025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3/17/2025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3/17/2025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3/17/2025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5600" b="1">
                <a:solidFill>
                  <a:srgbClr val="0F4C81"/>
                </a:solidFill>
              </a:defRPr>
            </a:pPr>
            <a:r>
              <a:rPr lang="en-US" dirty="0"/>
              <a:t>Patched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err="1"/>
              <a:t>Edited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,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, </a:t>
            </a:r>
            <a:r>
              <a:rPr lang="en-US" dirty="0" err="1"/>
              <a:t>eaque</a:t>
            </a:r>
            <a:r>
              <a:rPr lang="en-US" dirty="0"/>
              <a:t> </a:t>
            </a:r>
            <a:r>
              <a:rPr lang="en-US" dirty="0" err="1"/>
              <a:t>ipsa</a:t>
            </a:r>
            <a:r>
              <a:rPr lang="en-US" dirty="0"/>
              <a:t> quae ab </a:t>
            </a:r>
            <a:r>
              <a:rPr lang="en-US" dirty="0" err="1"/>
              <a:t>illo</a:t>
            </a:r>
            <a:r>
              <a:rPr lang="en-US" dirty="0"/>
              <a:t> </a:t>
            </a:r>
            <a:r>
              <a:rPr lang="en-US" dirty="0" err="1"/>
              <a:t>inventore</a:t>
            </a:r>
            <a:r>
              <a:rPr lang="en-US" dirty="0"/>
              <a:t> </a:t>
            </a:r>
            <a:r>
              <a:rPr lang="en-US" dirty="0" err="1"/>
              <a:t>veritatis</a:t>
            </a:r>
            <a:r>
              <a:rPr lang="en-US" dirty="0"/>
              <a:t> et quasi </a:t>
            </a:r>
            <a:r>
              <a:rPr lang="en-US" dirty="0" err="1"/>
              <a:t>architecto</a:t>
            </a:r>
            <a:r>
              <a:rPr lang="en-US" dirty="0"/>
              <a:t> </a:t>
            </a:r>
            <a:r>
              <a:rPr lang="en-US" dirty="0" err="1"/>
              <a:t>beatae</a:t>
            </a:r>
            <a:r>
              <a:rPr lang="en-US" dirty="0"/>
              <a:t> vitae dicta </a:t>
            </a:r>
            <a:r>
              <a:rPr lang="en-US" dirty="0" err="1"/>
              <a:t>sunt</a:t>
            </a:r>
            <a:r>
              <a:rPr lang="en-US" dirty="0"/>
              <a:t> </a:t>
            </a:r>
            <a:r>
              <a:rPr lang="en-US" dirty="0" err="1"/>
              <a:t>explicabo</a:t>
            </a:r>
            <a:r>
              <a:rPr lang="en-US" dirty="0"/>
              <a:t>. </a:t>
            </a:r>
          </a:p>
          <a:p>
            <a:r>
              <a:rPr lang="en-US" dirty="0"/>
              <a:t>Nemo </a:t>
            </a:r>
            <a:r>
              <a:rPr lang="en-US" dirty="0" err="1"/>
              <a:t>enim</a:t>
            </a:r>
            <a:r>
              <a:rPr lang="en-US" dirty="0"/>
              <a:t> </a:t>
            </a:r>
            <a:r>
              <a:rPr lang="en-US" dirty="0" err="1"/>
              <a:t>ipsam</a:t>
            </a:r>
            <a:r>
              <a:rPr lang="en-US" dirty="0"/>
              <a:t>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quia</a:t>
            </a:r>
            <a:r>
              <a:rPr lang="en-US" dirty="0"/>
              <a:t> </a:t>
            </a:r>
            <a:r>
              <a:rPr lang="en-US" dirty="0" err="1"/>
              <a:t>voluptas</a:t>
            </a:r>
            <a:r>
              <a:rPr lang="en-US" dirty="0"/>
              <a:t> sit </a:t>
            </a:r>
            <a:r>
              <a:rPr lang="en-US" dirty="0" err="1"/>
              <a:t>aspernatur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 </a:t>
            </a:r>
            <a:r>
              <a:rPr lang="en-US" dirty="0" err="1"/>
              <a:t>odit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 fugit, </a:t>
            </a:r>
            <a:r>
              <a:rPr lang="en-US" dirty="0" err="1"/>
              <a:t>sed</a:t>
            </a:r>
            <a:r>
              <a:rPr lang="en-US" dirty="0"/>
              <a:t> </a:t>
            </a:r>
            <a:r>
              <a:rPr lang="en-US" dirty="0" err="1"/>
              <a:t>quia</a:t>
            </a:r>
            <a:r>
              <a:rPr lang="en-US" dirty="0"/>
              <a:t> </a:t>
            </a:r>
            <a:r>
              <a:rPr lang="en-US" dirty="0" err="1"/>
              <a:t>consequuntur</a:t>
            </a:r>
            <a:r>
              <a:rPr lang="en-US" dirty="0"/>
              <a:t> </a:t>
            </a:r>
            <a:r>
              <a:rPr lang="en-US" dirty="0" err="1"/>
              <a:t>magni</a:t>
            </a:r>
            <a:r>
              <a:rPr lang="en-US" dirty="0"/>
              <a:t> </a:t>
            </a:r>
            <a:r>
              <a:rPr lang="en-US" dirty="0" err="1"/>
              <a:t>dolores</a:t>
            </a:r>
            <a:r>
              <a:rPr lang="en-US" dirty="0"/>
              <a:t> </a:t>
            </a:r>
            <a:r>
              <a:rPr lang="en-US" dirty="0" err="1"/>
              <a:t>eos</a:t>
            </a:r>
            <a:r>
              <a:rPr lang="en-US" dirty="0"/>
              <a:t> qui </a:t>
            </a:r>
            <a:r>
              <a:rPr lang="en-US" dirty="0" err="1"/>
              <a:t>ratione</a:t>
            </a:r>
            <a:r>
              <a:rPr lang="en-US" dirty="0"/>
              <a:t>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sequi</a:t>
            </a:r>
            <a:r>
              <a:rPr lang="en-US" dirty="0"/>
              <a:t> </a:t>
            </a:r>
            <a:r>
              <a:rPr lang="en-US" dirty="0" err="1"/>
              <a:t>nesciunt</a:t>
            </a:r>
            <a:r>
              <a:rPr lang="en-US" dirty="0"/>
              <a:t>. </a:t>
            </a:r>
            <a:r>
              <a:rPr lang="en-US" dirty="0" err="1"/>
              <a:t>Neque</a:t>
            </a:r>
            <a:r>
              <a:rPr lang="en-US" dirty="0"/>
              <a:t> </a:t>
            </a:r>
            <a:r>
              <a:rPr lang="en-US" dirty="0" err="1"/>
              <a:t>porro</a:t>
            </a:r>
            <a:r>
              <a:rPr lang="en-US" dirty="0"/>
              <a:t> </a:t>
            </a:r>
            <a:r>
              <a:rPr lang="en-US" dirty="0" err="1"/>
              <a:t>quisquam</a:t>
            </a:r>
            <a:r>
              <a:rPr lang="en-US" dirty="0"/>
              <a:t> </a:t>
            </a:r>
            <a:r>
              <a:rPr lang="en-US" dirty="0" err="1"/>
              <a:t>est</a:t>
            </a:r>
            <a:r>
              <a:rPr lang="en-US" dirty="0"/>
              <a:t>, qui </a:t>
            </a:r>
            <a:r>
              <a:rPr lang="en-US" dirty="0" err="1"/>
              <a:t>dolorem</a:t>
            </a:r>
            <a:r>
              <a:rPr lang="en-US" dirty="0"/>
              <a:t> </a:t>
            </a:r>
          </a:p>
          <a:p>
            <a:r>
              <a:rPr lang="en-US" dirty="0"/>
              <a:t>Ipsum </a:t>
            </a:r>
            <a:r>
              <a:rPr lang="en-US" dirty="0" err="1"/>
              <a:t>quia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, </a:t>
            </a:r>
            <a:r>
              <a:rPr lang="en-US" dirty="0" err="1"/>
              <a:t>adipisci</a:t>
            </a:r>
            <a:r>
              <a:rPr lang="en-US" dirty="0"/>
              <a:t> </a:t>
            </a:r>
            <a:r>
              <a:rPr lang="en-US" dirty="0" err="1"/>
              <a:t>velit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</a:t>
            </a:r>
            <a:r>
              <a:rPr lang="en-US" dirty="0" err="1"/>
              <a:t>quia</a:t>
            </a:r>
            <a:r>
              <a:rPr lang="en-US" dirty="0"/>
              <a:t> non </a:t>
            </a:r>
            <a:r>
              <a:rPr lang="en-US" dirty="0" err="1"/>
              <a:t>numquam</a:t>
            </a:r>
            <a:r>
              <a:rPr lang="en-US" dirty="0"/>
              <a:t> </a:t>
            </a:r>
            <a:r>
              <a:rPr lang="en-US" dirty="0" err="1"/>
              <a:t>eius</a:t>
            </a:r>
            <a:r>
              <a:rPr lang="en-US" dirty="0"/>
              <a:t> </a:t>
            </a:r>
            <a:r>
              <a:rPr lang="en-US" dirty="0" err="1"/>
              <a:t>modi</a:t>
            </a:r>
            <a:r>
              <a:rPr lang="en-US" dirty="0"/>
              <a:t> </a:t>
            </a:r>
            <a:r>
              <a:rPr lang="en-US" dirty="0" err="1"/>
              <a:t>tempora</a:t>
            </a:r>
            <a:r>
              <a:rPr lang="en-US" dirty="0"/>
              <a:t> </a:t>
            </a:r>
            <a:r>
              <a:rPr lang="en-US" dirty="0" err="1"/>
              <a:t>incidunt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</a:t>
            </a:r>
            <a:r>
              <a:rPr lang="en-US" dirty="0" err="1"/>
              <a:t>dolore</a:t>
            </a:r>
            <a:r>
              <a:rPr lang="en-US" dirty="0"/>
              <a:t> </a:t>
            </a:r>
            <a:r>
              <a:rPr lang="en-US" dirty="0" err="1"/>
              <a:t>magnam</a:t>
            </a:r>
            <a:r>
              <a:rPr lang="en-US" dirty="0"/>
              <a:t> </a:t>
            </a:r>
            <a:r>
              <a:rPr lang="en-US" dirty="0" err="1"/>
              <a:t>aliquam</a:t>
            </a:r>
            <a:r>
              <a:rPr lang="en-US" dirty="0"/>
              <a:t> </a:t>
            </a:r>
            <a:r>
              <a:rPr lang="en-US" dirty="0" err="1"/>
              <a:t>quaerat</a:t>
            </a:r>
            <a:r>
              <a:rPr lang="en-US" dirty="0"/>
              <a:t> </a:t>
            </a:r>
            <a:r>
              <a:rPr lang="en-US" dirty="0" err="1"/>
              <a:t>voluptatem</a:t>
            </a:r>
            <a:r>
              <a:rPr lang="en-US" dirty="0"/>
              <a:t>.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enim</a:t>
            </a:r>
            <a:r>
              <a:rPr lang="en-US" dirty="0"/>
              <a:t> ad minima </a:t>
            </a:r>
            <a:r>
              <a:rPr lang="en-US" dirty="0" err="1"/>
              <a:t>veniam</a:t>
            </a:r>
            <a:r>
              <a:rPr lang="en-US" dirty="0"/>
              <a:t>,</a:t>
            </a:r>
          </a:p>
        </p:txBody>
      </p:sp>
    </p:spTree>
    <p:extLst>
      <p:ext uri="{BB962C8B-B14F-4D97-AF65-F5344CB8AC3E}">
        <p14:creationId val="1163051226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TM10001114[[fn=Gallery]]</Template>
  <TotalTime>21</TotalTime>
  <Words>99</Words>
  <Application>Microsoft Office PowerPoint</Application>
  <PresentationFormat>Widescreen</PresentationFormat>
  <Paragraphs>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Gill Sans MT</vt:lpstr>
      <vt:lpstr>Gallery</vt:lpstr>
      <vt:lpstr>Lorem Ipsum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dummy text</dc:title>
  <dc:creator>Family</dc:creator>
  <cp:lastModifiedBy>Family</cp:lastModifiedBy>
  <cp:revision>4</cp:revision>
  <dcterms:created xsi:type="dcterms:W3CDTF">2025-03-17T15:54:12Z</dcterms:created>
  <dcterms:modified xsi:type="dcterms:W3CDTF">2025-03-17T16:18:12Z</dcterms:modified>
</cp:coreProperties>
</file>
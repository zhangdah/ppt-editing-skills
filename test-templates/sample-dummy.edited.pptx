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02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3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48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3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07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7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0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3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2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3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7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3AEA3-8EC3-4C20-AED8-CD0FA94D3F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4B325-9C6A-4607-9755-0E58A4E6E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i="1">
                <a:solidFill>
                  <a:srgbClr val="C00000"/>
                </a:solidFill>
              </a:rPr>
              <a:t>Edited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deck was edited by xml_patch.py</a:t>
            </a:r>
          </a:p>
        </p:txBody>
      </p:sp>
    </p:spTree>
    <p:extLst>
      <p:ext uri="{BB962C8B-B14F-4D97-AF65-F5344CB8AC3E}">
        <p14:creationId val="159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Dummy PPTX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Dummy PPT</dc:title>
  <dc:creator>Family</dc:creator>
  <cp:lastModifiedBy>Family</cp:lastModifiedBy>
  <cp:revision>2</cp:revision>
  <dcterms:created xsi:type="dcterms:W3CDTF">2025-03-17T15:42:33Z</dcterms:created>
  <dcterms:modified xsi:type="dcterms:W3CDTF">2025-03-17T15:43:13Z</dcterms:modified>
</cp:coreProperties>
</file>